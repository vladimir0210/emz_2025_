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0"/>
  </p:notesMasterIdLst>
  <p:handoutMasterIdLst>
    <p:handoutMasterId r:id="rId11"/>
  </p:handoutMasterIdLst>
  <p:sldIdLst>
    <p:sldId id="314" r:id="rId5"/>
    <p:sldId id="315" r:id="rId6"/>
    <p:sldId id="316" r:id="rId7"/>
    <p:sldId id="317" r:id="rId8"/>
    <p:sldId id="30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485" y="2568102"/>
            <a:ext cx="6750996" cy="3581077"/>
          </a:xfrm>
        </p:spPr>
        <p:txBody>
          <a:bodyPr>
            <a:normAutofit/>
          </a:bodyPr>
          <a:lstStyle/>
          <a:p>
            <a:r>
              <a:rPr lang="ru-RU" sz="4400" dirty="0"/>
              <a:t>Разработка на система за интелигентно автомобилно огледало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Хардуер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STM32CubeIDE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Хардуер: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STM32G474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08563"/>
            <a:ext cx="5181600" cy="14844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Средата за разработка (The IDE)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Placeholder 5" descr="A book cover of a computer chip&#10;&#10;AI-generated content may be incorrect.">
            <a:extLst>
              <a:ext uri="{FF2B5EF4-FFF2-40B4-BE49-F238E27FC236}">
                <a16:creationId xmlns:a16="http://schemas.microsoft.com/office/drawing/2014/main" id="{B7CD1222-5009-0418-2734-381F0F47A7C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9402" b="9402"/>
          <a:stretch>
            <a:fillRect/>
          </a:stretch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2154ED-5EBF-C1EB-1CCB-9E67F22EFD0F}"/>
              </a:ext>
            </a:extLst>
          </p:cNvPr>
          <p:cNvSpPr txBox="1"/>
          <p:nvPr/>
        </p:nvSpPr>
        <p:spPr>
          <a:xfrm>
            <a:off x="603115" y="3310116"/>
            <a:ext cx="58134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 на проекта</a:t>
            </a:r>
          </a:p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на странично огледало с 3 основни функции: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Ел. прибиране (Folding):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Автоматично сгъване на огледалото при паркиране.</a:t>
            </a:r>
          </a:p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Позиция с памет (Memory):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Запомняне на потребителските настройки (X/Y координати) и автоматично възстановяване.</a:t>
            </a:r>
          </a:p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Подгрев (Heating):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Включване на нагревател при натискане на бутон.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49030"/>
            <a:ext cx="5994184" cy="1529442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Системна конфигурация на проекта (.cproject)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Placeholder 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A0C8A3C-861A-12F6-33D7-87088E1CA82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2854" r="12854"/>
          <a:stretch>
            <a:fillRect/>
          </a:stretch>
        </p:blipFill>
        <p:spPr/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E30A95F-2C60-827B-85B7-9078EBE8A277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5212757" y="3037662"/>
            <a:ext cx="641916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Целеви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хардуер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Настроено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специфично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STM32G474RETx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(ARM Cortex-M4).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Оптимизация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(FPU):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Активиран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хардуерен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модул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плаваща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запетая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осигурява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бързи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прецизни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изчисления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позицията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огледалото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Библиотеки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Интеграция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драйвери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(Hardware Abstraction Layer)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управление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периферията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мотори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сензори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подгрев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режими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Конфигурирани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тестване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и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максимална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производителност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Владимир Семержиев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Благовест Рангелов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Стефан Георгиев</a:t>
            </a:r>
          </a:p>
          <a:p>
            <a:r>
              <a:rPr 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Алекс Георгиев 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ФЕТТ АЕ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vsemerdzhiev@tu-sofia.bg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Ф-н 941222074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{D5085A2F-82EB-425A-9480-F2F9F7C631E2}TF44172dc5-d19e-4d2a-aaf3-e2c69a283fd81f4275d0_win32-950e754c5494</Template>
  <TotalTime>22</TotalTime>
  <Words>181</Words>
  <Application>Microsoft Office PowerPoint</Application>
  <PresentationFormat>Widescreen</PresentationFormat>
  <Paragraphs>30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Tenorite</vt:lpstr>
      <vt:lpstr>Times New Roman</vt:lpstr>
      <vt:lpstr>Custom</vt:lpstr>
      <vt:lpstr>Разработка на система за интелигентно автомобилно огледало</vt:lpstr>
      <vt:lpstr>Хардуер</vt:lpstr>
      <vt:lpstr>Средата за разработка (The IDE)</vt:lpstr>
      <vt:lpstr>Системна конфигурация на проекта (.cproject)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Vladimir Semerdzhiev</dc:creator>
  <cp:lastModifiedBy>Vladimir Semerdzhiev</cp:lastModifiedBy>
  <cp:revision>3</cp:revision>
  <dcterms:created xsi:type="dcterms:W3CDTF">2025-12-16T10:31:29Z</dcterms:created>
  <dcterms:modified xsi:type="dcterms:W3CDTF">2025-12-16T15:12:12Z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